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charts/chart2.xml" ContentType="application/vnd.openxmlformats-officedocument.drawingml.chart+xml"/>
  <Override PartName="/ppt/charts/chart1.xml" ContentType="application/vnd.openxmlformats-officedocument.drawingml.chart+xml"/>
  <Override PartName="/ppt/charts/chart4.xml" ContentType="application/vnd.openxmlformats-officedocument.drawingml.chart+xml"/>
  <Override PartName="/ppt/charts/chart3.xml" ContentType="application/vnd.openxmlformats-officedocument.drawingml.chart+xml"/>
  <Override PartName="/ppt/slideLayouts/_rels/slideLayout15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7.xml.rels" ContentType="application/vnd.openxmlformats-package.relationshi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_rels/slideMaster10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media/image6.jpeg" ContentType="image/jpeg"/>
  <Override PartName="/ppt/media/image5.jpeg" ContentType="image/jpeg"/>
  <Override PartName="/ppt/media/image4.jpeg" ContentType="image/jpeg"/>
  <Override PartName="/ppt/media/image3.jpeg" ContentType="image/jpeg"/>
  <Override PartName="/ppt/media/image1.jpeg" ContentType="image/jpeg"/>
  <Override PartName="/ppt/media/image12.jpeg" ContentType="image/jpeg"/>
  <Override PartName="/ppt/media/image10.jpeg" ContentType="image/jpeg"/>
  <Override PartName="/ppt/media/image11.jpeg" ContentType="image/jpeg"/>
  <Override PartName="/ppt/media/image9.jpeg" ContentType="image/jpeg"/>
  <Override PartName="/ppt/media/image8.jpeg" ContentType="image/jpeg"/>
  <Override PartName="/ppt/media/image2.jpeg" ContentType="image/jpeg"/>
  <Override PartName="/ppt/media/image13.jpeg" ContentType="image/jpeg"/>
  <Override PartName="/ppt/media/image7.jpeg" ContentType="image/jpeg"/>
  <Override PartName="/ppt/presentation.xml" ContentType="application/vnd.openxmlformats-officedocument.presentationml.presentation.main+xml"/>
  <Override PartName="/ppt/theme/theme9.xml" ContentType="application/vnd.openxmlformats-officedocument.theme+xml"/>
  <Override PartName="/ppt/theme/theme4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5.xml" ContentType="application/vnd.openxmlformats-officedocument.theme+xml"/>
  <Override PartName="/ppt/theme/theme17.xml" ContentType="application/vnd.openxmlformats-officedocument.theme+xml"/>
  <Override PartName="/ppt/theme/theme14.xml" ContentType="application/vnd.openxmlformats-officedocument.theme+xml"/>
  <Override PartName="/ppt/theme/theme6.xml" ContentType="application/vnd.openxmlformats-officedocument.theme+xml"/>
  <Override PartName="/ppt/theme/theme3.xml" ContentType="application/vnd.openxmlformats-officedocument.theme+xml"/>
  <Override PartName="/ppt/theme/theme11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10.xml" ContentType="application/vnd.openxmlformats-officedocument.theme+xml"/>
  <Override PartName="/ppt/theme/theme7.xml" ContentType="application/vnd.openxmlformats-officedocument.theme+xml"/>
  <Override PartName="/ppt/theme/theme15.xml" ContentType="application/vnd.openxmlformats-officedocument.theme+xml"/>
  <Override PartName="/ppt/theme/theme8.xml" ContentType="application/vnd.openxmlformats-officedocument.theme+xml"/>
  <Override PartName="/ppt/theme/theme16.xml" ContentType="application/vnd.openxmlformats-officedocument.theme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_rels/slide10.xml.rels" ContentType="application/vnd.openxmlformats-package.relationships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</p:sld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ffffff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ffffff"/>
                </a:solidFill>
                <a:latin typeface="Calibri"/>
              </a:rPr>
              <a:t>Заглавие диаграммы</a:t>
            </a:r>
          </a:p>
        </c:rich>
      </c:tx>
      <c:layout>
        <c:manualLayout>
          <c:xMode val="edge"/>
          <c:yMode val="edge"/>
          <c:x val="0.675170519975197"/>
          <c:y val="0.904597395694924"/>
        </c:manualLayout>
      </c:layout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0c0ef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004185"/>
            </a:solidFill>
            <a:ln w="0">
              <a:noFill/>
            </a:ln>
          </c:spPr>
          <c:invertIfNegative val="0"/>
          <c:dPt>
            <c:idx val="1"/>
            <c:invertIfNegative val="0"/>
            <c:spPr>
              <a:solidFill>
                <a:srgbClr val="00cccc"/>
              </a:solidFill>
              <a:ln w="0">
                <a:noFill/>
              </a:ln>
            </c:spPr>
          </c:dPt>
          <c:dLbls>
            <c:dLbl>
              <c:idx val="1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a5a5a5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48519705"/>
        <c:axId val="11284865"/>
      </c:barChart>
      <c:catAx>
        <c:axId val="48519705"/>
        <c:scaling>
          <c:orientation val="minMax"/>
        </c:scaling>
        <c:delete val="0"/>
        <c:axPos val="b"/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ffffff"/>
                </a:solidFill>
                <a:latin typeface="Calibri"/>
              </a:defRPr>
            </a:pPr>
          </a:p>
        </c:txPr>
        <c:crossAx val="11284865"/>
        <c:crosses val="autoZero"/>
        <c:auto val="1"/>
        <c:lblAlgn val="ctr"/>
        <c:lblOffset val="100"/>
        <c:noMultiLvlLbl val="0"/>
      </c:catAx>
      <c:valAx>
        <c:axId val="11284865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48519705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595959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595959"/>
                </a:solidFill>
                <a:latin typeface="Calibri"/>
              </a:rPr>
              <a:t>Продажи</a:t>
            </a:r>
          </a:p>
        </c:rich>
      </c:tx>
      <c:overlay val="0"/>
      <c:spPr>
        <a:noFill/>
        <a:ln w="0">
          <a:noFill/>
        </a:ln>
      </c:spPr>
    </c:title>
    <c:autoTitleDeleted val="0"/>
    <c:view3D>
      <c:rotX val="30"/>
      <c:rotY val="0"/>
      <c:rAngAx val="0"/>
      <c:perspective val="30"/>
    </c:view3D>
    <c:floor>
      <c:spPr>
        <a:solidFill>
          <a:srgbClr val="d9d9d9"/>
        </a:solidFill>
        <a:ln w="0">
          <a:noFill/>
        </a:ln>
      </c:spPr>
    </c:floor>
    <c:sideWall>
      <c:spPr>
        <a:solidFill>
          <a:srgbClr val="d9d9d9"/>
        </a:solidFill>
        <a:ln w="0">
          <a:noFill/>
        </a:ln>
      </c:spPr>
    </c:sideWall>
    <c:backWall>
      <c:spPr>
        <a:solidFill>
          <a:srgbClr val="d9d9d9"/>
        </a:solidFill>
        <a:ln w="0">
          <a:noFill/>
        </a:ln>
      </c:spPr>
    </c:backWall>
    <c:plotArea>
      <c:pie3D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Продажи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00cccc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1e4590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solidFill>
                <a:srgbClr val="40c0ef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3"/>
            <c:spPr>
              <a:solidFill>
                <a:srgbClr val="f0dc81"/>
              </a:solidFill>
              <a:ln w="25560">
                <a:solidFill>
                  <a:srgbClr val="ffffff"/>
                </a:solidFill>
                <a:round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3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</c:dLbls>
          <c:cat>
            <c:strRef>
              <c:f>categories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</c:pie3DChart>
    </c:plotArea>
    <c:legend>
      <c:legendPos val="b"/>
      <c:overlay val="0"/>
      <c:spPr>
        <a:solidFill>
          <a:srgbClr val="40c0ef"/>
        </a:solidFill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595959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595959"/>
                </a:solidFill>
                <a:latin typeface="Calibri"/>
              </a:rPr>
              <a:t>Заглавие диаграммы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b80b0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adc5e4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64036838"/>
        <c:axId val="48801477"/>
      </c:barChart>
      <c:catAx>
        <c:axId val="64036838"/>
        <c:scaling>
          <c:orientation val="minMax"/>
        </c:scaling>
        <c:delete val="0"/>
        <c:axPos val="b"/>
        <c:numFmt formatCode="&quot;Основной&quot;" sourceLinked="0"/>
        <c:majorTickMark val="out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48801477"/>
        <c:crosses val="autoZero"/>
        <c:auto val="1"/>
        <c:lblAlgn val="ctr"/>
        <c:lblOffset val="100"/>
        <c:noMultiLvlLbl val="0"/>
      </c:catAx>
      <c:valAx>
        <c:axId val="48801477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64036838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zero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595959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595959"/>
                </a:solidFill>
                <a:latin typeface="Calibri"/>
              </a:rPr>
              <a:t>Заглавие диаграммы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0c0ef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ea7551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00cccc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71782695"/>
        <c:axId val="18356890"/>
      </c:barChart>
      <c:catAx>
        <c:axId val="71782695"/>
        <c:scaling>
          <c:orientation val="minMax"/>
        </c:scaling>
        <c:delete val="0"/>
        <c:axPos val="b"/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18356890"/>
        <c:crosses val="autoZero"/>
        <c:auto val="1"/>
        <c:lblAlgn val="ctr"/>
        <c:lblOffset val="100"/>
        <c:noMultiLvlLbl val="0"/>
      </c:catAx>
      <c:valAx>
        <c:axId val="18356890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71782695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5B45CF-50B5-423C-9429-D15407AAE9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98D8BD-30DC-469A-A09A-BD1039F3466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E036228-EC57-4B7B-9837-6F6B190903C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0A52DDAA-CCF6-45C2-857C-E253BD625D2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5010BC4-5E6F-48DF-A713-FD4EE3F2B6D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B7339ACA-7E84-4808-8816-ADF96F2812F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B3ACBEB-41A1-4ABD-8245-71DBF6BA986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256A2CC0-ADA1-4EF3-AB29-0CFB55AD951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957A3C9-17B9-4A30-B0DF-6AA58232E90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F0833324-DC56-4087-87B3-737B1993E8F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B974D5FF-C83F-44D6-85B3-E9CADFB8F7C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FD3D4380-C319-42D1-92FE-5A22BC6DC92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31E258D0-882E-4D7D-A211-49D8596645D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FE231263-4FB8-483A-A1D0-D7C3507F1C1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5"/>
          </p:nvPr>
        </p:nvSpPr>
        <p:spPr/>
        <p:txBody>
          <a:bodyPr/>
          <a:p>
            <a:fld id="{F1E6F58C-736A-4999-B3E7-C8D1E0D035F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8"/>
          </p:nvPr>
        </p:nvSpPr>
        <p:spPr/>
        <p:txBody>
          <a:bodyPr/>
          <a:p>
            <a:fld id="{BC30FFA0-734B-4E77-B021-6AA3EBFE35F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5232A53F-6608-4D36-9E94-DC6BA80164B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2.jpeg"/><Relationship Id="rId3" Type="http://schemas.openxmlformats.org/officeDocument/2006/relationships/chart" Target="../charts/chart1.xml"/><Relationship Id="rId4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2.jpeg"/><Relationship Id="rId3" Type="http://schemas.openxmlformats.org/officeDocument/2006/relationships/chart" Target="../charts/chart2.xml"/><Relationship Id="rId4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2.jpeg"/><Relationship Id="rId3" Type="http://schemas.openxmlformats.org/officeDocument/2006/relationships/chart" Target="../charts/chart3.xml"/><Relationship Id="rId4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2.jpeg"/><Relationship Id="rId3" Type="http://schemas.openxmlformats.org/officeDocument/2006/relationships/chart" Target="../charts/chart4.xml"/><Relationship Id="rId4" Type="http://schemas.openxmlformats.org/officeDocument/2006/relationships/slideLayout" Target="../slideLayouts/slideLayout1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ru-RU" sz="6000" spc="-1" strike="noStrike">
                <a:solidFill>
                  <a:schemeClr val="dk1"/>
                </a:solidFill>
                <a:latin typeface="Montserra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Для правки структуры щёлкните мышью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Второй уровень структуры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dk1"/>
                </a:solidFill>
                <a:latin typeface="Montserra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Arial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458040" y="1709640"/>
            <a:ext cx="5152680" cy="2528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3800" spc="-1" strike="noStrike">
                <a:solidFill>
                  <a:schemeClr val="dk1"/>
                </a:solidFill>
                <a:latin typeface="Montserrat"/>
              </a:rPr>
              <a:t>Образец заголовка</a:t>
            </a:r>
            <a:endParaRPr b="0" lang="ru-RU" sz="3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458040" y="4589640"/>
            <a:ext cx="5152680" cy="150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dk1">
                    <a:tint val="75000"/>
                  </a:schemeClr>
                </a:solidFill>
                <a:latin typeface="Arial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9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dk1"/>
                </a:solidFill>
                <a:latin typeface="Montserra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Arial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Arial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6"/>
          <p:cNvSpPr>
            <a:spLocks noGrp="1"/>
          </p:cNvSpPr>
          <p:nvPr>
            <p:ph type="sldNum" idx="12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dk1"/>
                </a:solidFill>
                <a:latin typeface="Montserra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Montserrat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Arial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dk1"/>
                </a:solidFill>
                <a:latin typeface="Montserrat"/>
              </a:rPr>
              <a:t>Образец текста</a:t>
            </a:r>
            <a:endParaRPr b="0" lang="ru-RU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Образец текста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dk1"/>
                </a:solidFill>
                <a:latin typeface="Arial"/>
              </a:rPr>
              <a:t>Второй уровень</a:t>
            </a:r>
            <a:endParaRPr b="0" lang="ru-RU" sz="24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Третий уровень</a:t>
            </a:r>
            <a:endParaRPr b="0" lang="ru-RU" sz="20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Четвертый уровень</a:t>
            </a:r>
            <a:endParaRPr b="0" lang="ru-RU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Пятый уровень</a:t>
            </a:r>
            <a:endParaRPr b="0" lang="ru-RU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7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8"/>
          <p:cNvSpPr>
            <a:spLocks noGrp="1"/>
          </p:cNvSpPr>
          <p:nvPr>
            <p:ph type="sldNum" idx="15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dk1"/>
                </a:solidFill>
                <a:latin typeface="Montserra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sldNum" idx="18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21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4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ru-RU" sz="6000" spc="-1" strike="noStrike">
                <a:solidFill>
                  <a:schemeClr val="lt1"/>
                </a:solidFill>
                <a:latin typeface="Montserra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27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pc="-1" strike="noStrike">
                <a:solidFill>
                  <a:schemeClr val="lt1"/>
                </a:solidFill>
                <a:latin typeface="Arial"/>
              </a:rPr>
              <a:t>Для правки структуры щёлкните мышью</a:t>
            </a:r>
            <a:endParaRPr b="0" lang="ru-RU" sz="2800" spc="-1" strike="noStrike">
              <a:solidFill>
                <a:schemeClr val="lt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chemeClr val="lt1"/>
                </a:solidFill>
                <a:latin typeface="Arial"/>
              </a:rPr>
              <a:t>Второй уровень структуры</a:t>
            </a:r>
            <a:endParaRPr b="0" lang="ru-RU" sz="2000" spc="-1" strike="noStrike">
              <a:solidFill>
                <a:schemeClr val="lt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lt1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chemeClr val="lt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chemeClr val="lt1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chemeClr val="lt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lt1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chemeClr val="lt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lt1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chemeClr val="lt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chemeClr val="lt1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chemeClr val="lt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lt1"/>
                </a:solidFill>
                <a:latin typeface="Montserra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lt1"/>
                </a:solidFill>
                <a:latin typeface="Arial"/>
              </a:rPr>
              <a:t>Образец текста</a:t>
            </a:r>
            <a:endParaRPr b="0" lang="ru-RU" sz="2800" spc="-1" strike="noStrike">
              <a:solidFill>
                <a:schemeClr val="lt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lt1"/>
                </a:solidFill>
                <a:latin typeface="Arial"/>
              </a:rPr>
              <a:t>Второй уровень</a:t>
            </a:r>
            <a:endParaRPr b="0" lang="ru-RU" sz="2400" spc="-1" strike="noStrike">
              <a:solidFill>
                <a:schemeClr val="lt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lt1"/>
                </a:solidFill>
                <a:latin typeface="Arial"/>
              </a:rPr>
              <a:t>Третий уровень</a:t>
            </a:r>
            <a:endParaRPr b="0" lang="ru-RU" sz="2000" spc="-1" strike="noStrike">
              <a:solidFill>
                <a:schemeClr val="lt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lt1"/>
                </a:solidFill>
                <a:latin typeface="Arial"/>
              </a:rPr>
              <a:t>Четвертый уровень</a:t>
            </a:r>
            <a:endParaRPr b="0" lang="ru-RU" sz="1800" spc="-1" strike="noStrike">
              <a:solidFill>
                <a:schemeClr val="lt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lt1"/>
                </a:solidFill>
                <a:latin typeface="Arial"/>
              </a:rPr>
              <a:t>Пятый уровень</a:t>
            </a:r>
            <a:endParaRPr b="0" lang="ru-RU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0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222800" y="1054080"/>
            <a:ext cx="7387920" cy="326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r" defTabSz="914400">
              <a:lnSpc>
                <a:spcPct val="90000"/>
              </a:lnSpc>
              <a:buNone/>
            </a:pPr>
            <a:r>
              <a:rPr b="1" lang="ru-RU" sz="6000" spc="-1" strike="noStrike">
                <a:solidFill>
                  <a:schemeClr val="lt1"/>
                </a:solidFill>
                <a:latin typeface="Montserrat"/>
              </a:rPr>
              <a:t>Образец заголовка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5689440" y="4589640"/>
            <a:ext cx="5920920" cy="1506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lt1"/>
                </a:solidFill>
                <a:latin typeface="Arial"/>
              </a:rPr>
              <a:t>Образец текста</a:t>
            </a:r>
            <a:endParaRPr b="0" lang="ru-RU" sz="24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33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lt1"/>
                </a:solidFill>
                <a:latin typeface="Montserra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lt1"/>
                </a:solidFill>
                <a:latin typeface="Arial"/>
              </a:rPr>
              <a:t>Образец текста</a:t>
            </a:r>
            <a:endParaRPr b="0" lang="ru-RU" sz="2800" spc="-1" strike="noStrike">
              <a:solidFill>
                <a:schemeClr val="lt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lt1"/>
                </a:solidFill>
                <a:latin typeface="Arial"/>
              </a:rPr>
              <a:t>Второй уровень</a:t>
            </a:r>
            <a:endParaRPr b="0" lang="ru-RU" sz="2400" spc="-1" strike="noStrike">
              <a:solidFill>
                <a:schemeClr val="lt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lt1"/>
                </a:solidFill>
                <a:latin typeface="Arial"/>
              </a:rPr>
              <a:t>Третий уровень</a:t>
            </a:r>
            <a:endParaRPr b="0" lang="ru-RU" sz="2000" spc="-1" strike="noStrike">
              <a:solidFill>
                <a:schemeClr val="lt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lt1"/>
                </a:solidFill>
                <a:latin typeface="Arial"/>
              </a:rPr>
              <a:t>Четвертый уровень</a:t>
            </a:r>
            <a:endParaRPr b="0" lang="ru-RU" sz="1800" spc="-1" strike="noStrike">
              <a:solidFill>
                <a:schemeClr val="lt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lt1"/>
                </a:solidFill>
                <a:latin typeface="Arial"/>
              </a:rPr>
              <a:t>Пятый уровень</a:t>
            </a:r>
            <a:endParaRPr b="0" lang="ru-RU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lt1"/>
                </a:solidFill>
                <a:latin typeface="Arial"/>
              </a:rPr>
              <a:t>Образец текста</a:t>
            </a:r>
            <a:endParaRPr b="0" lang="ru-RU" sz="2800" spc="-1" strike="noStrike">
              <a:solidFill>
                <a:schemeClr val="lt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lt1"/>
                </a:solidFill>
                <a:latin typeface="Arial"/>
              </a:rPr>
              <a:t>Второй уровень</a:t>
            </a:r>
            <a:endParaRPr b="0" lang="ru-RU" sz="2400" spc="-1" strike="noStrike">
              <a:solidFill>
                <a:schemeClr val="lt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lt1"/>
                </a:solidFill>
                <a:latin typeface="Arial"/>
              </a:rPr>
              <a:t>Третий уровень</a:t>
            </a:r>
            <a:endParaRPr b="0" lang="ru-RU" sz="2000" spc="-1" strike="noStrike">
              <a:solidFill>
                <a:schemeClr val="lt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lt1"/>
                </a:solidFill>
                <a:latin typeface="Arial"/>
              </a:rPr>
              <a:t>Четвертый уровень</a:t>
            </a:r>
            <a:endParaRPr b="0" lang="ru-RU" sz="1800" spc="-1" strike="noStrike">
              <a:solidFill>
                <a:schemeClr val="lt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lt1"/>
                </a:solidFill>
                <a:latin typeface="Arial"/>
              </a:rPr>
              <a:t>Пятый уровень</a:t>
            </a:r>
            <a:endParaRPr b="0" lang="ru-RU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sldNum" idx="36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lt1"/>
                </a:solidFill>
                <a:latin typeface="Montserra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lt1"/>
                </a:solidFill>
                <a:latin typeface="Arial"/>
              </a:rPr>
              <a:t>Образец текста</a:t>
            </a:r>
            <a:endParaRPr b="0" lang="ru-RU" sz="24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lt1"/>
                </a:solidFill>
                <a:latin typeface="Arial"/>
              </a:rPr>
              <a:t>Образец текста</a:t>
            </a:r>
            <a:endParaRPr b="0" lang="ru-RU" sz="2800" spc="-1" strike="noStrike">
              <a:solidFill>
                <a:schemeClr val="lt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lt1"/>
                </a:solidFill>
                <a:latin typeface="Arial"/>
              </a:rPr>
              <a:t>Второй уровень</a:t>
            </a:r>
            <a:endParaRPr b="0" lang="ru-RU" sz="2400" spc="-1" strike="noStrike">
              <a:solidFill>
                <a:schemeClr val="lt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lt1"/>
                </a:solidFill>
                <a:latin typeface="Arial"/>
              </a:rPr>
              <a:t>Третий уровень</a:t>
            </a:r>
            <a:endParaRPr b="0" lang="ru-RU" sz="2000" spc="-1" strike="noStrike">
              <a:solidFill>
                <a:schemeClr val="lt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lt1"/>
                </a:solidFill>
                <a:latin typeface="Arial"/>
              </a:rPr>
              <a:t>Четвертый уровень</a:t>
            </a:r>
            <a:endParaRPr b="0" lang="ru-RU" sz="1800" spc="-1" strike="noStrike">
              <a:solidFill>
                <a:schemeClr val="lt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lt1"/>
                </a:solidFill>
                <a:latin typeface="Arial"/>
              </a:rPr>
              <a:t>Пятый уровень</a:t>
            </a:r>
            <a:endParaRPr b="0" lang="ru-RU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lt1"/>
                </a:solidFill>
                <a:latin typeface="Arial"/>
              </a:rPr>
              <a:t>Образец текста</a:t>
            </a:r>
            <a:endParaRPr b="0" lang="ru-RU" sz="24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lt1"/>
                </a:solidFill>
                <a:latin typeface="Arial"/>
              </a:rPr>
              <a:t>Образец текста</a:t>
            </a:r>
            <a:endParaRPr b="0" lang="ru-RU" sz="2800" spc="-1" strike="noStrike">
              <a:solidFill>
                <a:schemeClr val="lt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400" spc="-1" strike="noStrike">
                <a:solidFill>
                  <a:schemeClr val="lt1"/>
                </a:solidFill>
                <a:latin typeface="Arial"/>
              </a:rPr>
              <a:t>Второй уровень</a:t>
            </a:r>
            <a:endParaRPr b="0" lang="ru-RU" sz="2400" spc="-1" strike="noStrike">
              <a:solidFill>
                <a:schemeClr val="lt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2000" spc="-1" strike="noStrike">
                <a:solidFill>
                  <a:schemeClr val="lt1"/>
                </a:solidFill>
                <a:latin typeface="Arial"/>
              </a:rPr>
              <a:t>Третий уровень</a:t>
            </a:r>
            <a:endParaRPr b="0" lang="ru-RU" sz="2000" spc="-1" strike="noStrike">
              <a:solidFill>
                <a:schemeClr val="lt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lt1"/>
                </a:solidFill>
                <a:latin typeface="Arial"/>
              </a:rPr>
              <a:t>Четвертый уровень</a:t>
            </a:r>
            <a:endParaRPr b="0" lang="ru-RU" sz="1800" spc="-1" strike="noStrike">
              <a:solidFill>
                <a:schemeClr val="lt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Arial"/>
              <a:buChar char="•"/>
            </a:pPr>
            <a:r>
              <a:rPr b="0" lang="ru-RU" sz="1800" spc="-1" strike="noStrike">
                <a:solidFill>
                  <a:schemeClr val="lt1"/>
                </a:solidFill>
                <a:latin typeface="Arial"/>
              </a:rPr>
              <a:t>Пятый уровень</a:t>
            </a:r>
            <a:endParaRPr b="0" lang="ru-RU" sz="1800" spc="-1" strike="noStrike">
              <a:solidFill>
                <a:schemeClr val="lt1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dt" idx="3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ftr" idx="3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" name="PlaceHolder 8"/>
          <p:cNvSpPr>
            <a:spLocks noGrp="1"/>
          </p:cNvSpPr>
          <p:nvPr>
            <p:ph type="sldNum" idx="39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lt1"/>
                </a:solidFill>
                <a:latin typeface="Montserrat"/>
              </a:rPr>
              <a:t>Образец заголовка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dt" idx="4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ftr" idx="4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sldNum" idx="42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  <p:graphicFrame>
        <p:nvGraphicFramePr>
          <p:cNvPr id="87" name="Диаграмма 8"/>
          <p:cNvGraphicFramePr/>
          <p:nvPr/>
        </p:nvGraphicFramePr>
        <p:xfrm>
          <a:off x="2031840" y="719640"/>
          <a:ext cx="8127720" cy="5418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dt" idx="4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ftr" idx="4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45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  <p:graphicFrame>
        <p:nvGraphicFramePr>
          <p:cNvPr id="92" name="Диаграмма 7"/>
          <p:cNvGraphicFramePr/>
          <p:nvPr/>
        </p:nvGraphicFramePr>
        <p:xfrm>
          <a:off x="2031840" y="719640"/>
          <a:ext cx="8127720" cy="5418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4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dt" idx="4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ftr" idx="4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sldNum" idx="48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  <p:graphicFrame>
        <p:nvGraphicFramePr>
          <p:cNvPr id="96" name="Диаграмма 10"/>
          <p:cNvGraphicFramePr/>
          <p:nvPr/>
        </p:nvGraphicFramePr>
        <p:xfrm>
          <a:off x="2031840" y="719640"/>
          <a:ext cx="8127720" cy="5418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4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dt" idx="4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ftr" idx="5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sldNum" idx="51"/>
          </p:nvPr>
        </p:nvSpPr>
        <p:spPr>
          <a:xfrm>
            <a:off x="88678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buNone/>
            </a:pPr>
            <a:endParaRPr b="0" lang="ru-RU" sz="1200" spc="-1" strike="noStrike">
              <a:solidFill>
                <a:srgbClr val="ffffff"/>
              </a:solidFill>
              <a:latin typeface="Times New Roman"/>
            </a:endParaRPr>
          </a:p>
        </p:txBody>
      </p:sp>
      <p:graphicFrame>
        <p:nvGraphicFramePr>
          <p:cNvPr id="100" name="Диаграмма 11"/>
          <p:cNvGraphicFramePr/>
          <p:nvPr/>
        </p:nvGraphicFramePr>
        <p:xfrm>
          <a:off x="2031840" y="719640"/>
          <a:ext cx="8127720" cy="5418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13.jpe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"/>
          <p:cNvSpPr txBox="1"/>
          <p:nvPr/>
        </p:nvSpPr>
        <p:spPr>
          <a:xfrm>
            <a:off x="5760000" y="1440000"/>
            <a:ext cx="6514560" cy="74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ru-RU" sz="4400" spc="-1" strike="noStrike">
                <a:solidFill>
                  <a:schemeClr val="dk1"/>
                </a:solidFill>
                <a:latin typeface="Montserrat"/>
              </a:rPr>
              <a:t>История праздника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Picture 1" descr="dog.png"/>
          <p:cNvPicPr/>
          <p:nvPr/>
        </p:nvPicPr>
        <p:blipFill>
          <a:blip r:embed="rId2"/>
          <a:stretch/>
        </p:blipFill>
        <p:spPr>
          <a:xfrm>
            <a:off x="7560000" y="3240000"/>
            <a:ext cx="2742840" cy="2742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dk1"/>
                </a:solidFill>
                <a:latin typeface="Montserrat"/>
              </a:rPr>
              <a:t>День защитника Отечества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23 февраля - важный праздник в России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5" name="TextBox 3"/>
          <p:cNvSpPr/>
          <p:nvPr/>
        </p:nvSpPr>
        <p:spPr>
          <a:xfrm>
            <a:off x="4097160" y="6217920"/>
            <a:ext cx="949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Слайд 1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Picture 4" descr="dog.png"/>
          <p:cNvPicPr/>
          <p:nvPr/>
        </p:nvPicPr>
        <p:blipFill>
          <a:blip r:embed="rId1"/>
          <a:stretch/>
        </p:blipFill>
        <p:spPr>
          <a:xfrm>
            <a:off x="7877160" y="2700000"/>
            <a:ext cx="2742840" cy="2742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dk1"/>
                </a:solidFill>
                <a:latin typeface="Montserrat"/>
              </a:rPr>
              <a:t>История праздника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Праздник возник в 1918 году как День Красной Армии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4097160" y="6217920"/>
            <a:ext cx="949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Слайд 2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" name="Picture 4" descr="dog.png"/>
          <p:cNvPicPr/>
          <p:nvPr/>
        </p:nvPicPr>
        <p:blipFill>
          <a:blip r:embed="rId1"/>
          <a:stretch/>
        </p:blipFill>
        <p:spPr>
          <a:xfrm>
            <a:off x="6480000" y="3060000"/>
            <a:ext cx="2742840" cy="2742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dk1"/>
                </a:solidFill>
                <a:latin typeface="Montserrat"/>
              </a:rPr>
              <a:t>Традиции празднования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Принято поздравлять мужчин и защитников Отечества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3" name="TextBox 3"/>
          <p:cNvSpPr/>
          <p:nvPr/>
        </p:nvSpPr>
        <p:spPr>
          <a:xfrm>
            <a:off x="4097160" y="6217920"/>
            <a:ext cx="949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Слайд 3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Picture 4" descr="dog.png"/>
          <p:cNvPicPr/>
          <p:nvPr/>
        </p:nvPicPr>
        <p:blipFill>
          <a:blip r:embed="rId1"/>
          <a:stretch/>
        </p:blipFill>
        <p:spPr>
          <a:xfrm>
            <a:off x="7020000" y="3017160"/>
            <a:ext cx="2742840" cy="2742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dk1"/>
                </a:solidFill>
                <a:latin typeface="Montserrat"/>
              </a:rPr>
              <a:t>Значение праздника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День памяти о защитниках нашей Родины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7" name="TextBox 3"/>
          <p:cNvSpPr/>
          <p:nvPr/>
        </p:nvSpPr>
        <p:spPr>
          <a:xfrm>
            <a:off x="4097160" y="6217920"/>
            <a:ext cx="949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Слайд 4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Picture 4" descr="dog.png"/>
          <p:cNvPicPr/>
          <p:nvPr/>
        </p:nvPicPr>
        <p:blipFill>
          <a:blip r:embed="rId1"/>
          <a:stretch/>
        </p:blipFill>
        <p:spPr>
          <a:xfrm>
            <a:off x="7200000" y="3060000"/>
            <a:ext cx="2742840" cy="2742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dk1"/>
                </a:solidFill>
                <a:latin typeface="Montserrat"/>
              </a:rPr>
              <a:t>Современное значение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Праздник всех мужчин независимо от возраста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1" name="TextBox 3"/>
          <p:cNvSpPr/>
          <p:nvPr/>
        </p:nvSpPr>
        <p:spPr>
          <a:xfrm>
            <a:off x="4097160" y="6217920"/>
            <a:ext cx="949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Слайд 5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" name="Picture 4" descr="dog.png"/>
          <p:cNvPicPr/>
          <p:nvPr/>
        </p:nvPicPr>
        <p:blipFill>
          <a:blip r:embed="rId1"/>
          <a:stretch/>
        </p:blipFill>
        <p:spPr>
          <a:xfrm>
            <a:off x="7517160" y="2880000"/>
            <a:ext cx="2742840" cy="2742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dk1"/>
                </a:solidFill>
                <a:latin typeface="Montserrat"/>
              </a:rPr>
              <a:t>Международный женский день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8 марта - праздник весны и красоты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5" name="TextBox 3"/>
          <p:cNvSpPr/>
          <p:nvPr/>
        </p:nvSpPr>
        <p:spPr>
          <a:xfrm>
            <a:off x="4097160" y="6217920"/>
            <a:ext cx="949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Слайд 7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Picture 4" descr="dog.png"/>
          <p:cNvPicPr/>
          <p:nvPr/>
        </p:nvPicPr>
        <p:blipFill>
          <a:blip r:embed="rId1"/>
          <a:stretch/>
        </p:blipFill>
        <p:spPr>
          <a:xfrm>
            <a:off x="6977160" y="3017160"/>
            <a:ext cx="2742840" cy="2742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dk1"/>
                </a:solidFill>
                <a:latin typeface="Montserrat"/>
              </a:rPr>
              <a:t>История 8 марта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Праздник отмечается с начала XX века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9" name="TextBox 3"/>
          <p:cNvSpPr/>
          <p:nvPr/>
        </p:nvSpPr>
        <p:spPr>
          <a:xfrm>
            <a:off x="4097160" y="6217920"/>
            <a:ext cx="949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Слайд 8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0" name="Picture 4" descr="dog.png"/>
          <p:cNvPicPr/>
          <p:nvPr/>
        </p:nvPicPr>
        <p:blipFill>
          <a:blip r:embed="rId1"/>
          <a:stretch/>
        </p:blipFill>
        <p:spPr>
          <a:xfrm>
            <a:off x="6977160" y="2297160"/>
            <a:ext cx="2742840" cy="2742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dk1"/>
                </a:solidFill>
                <a:latin typeface="Montserrat"/>
              </a:rPr>
              <a:t>Традиции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Принято дарить цветы и подарки женщинам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3" name="TextBox 3"/>
          <p:cNvSpPr/>
          <p:nvPr/>
        </p:nvSpPr>
        <p:spPr>
          <a:xfrm>
            <a:off x="4097160" y="6217920"/>
            <a:ext cx="9493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Слайд 9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4" name="Picture 4" descr="dog.png"/>
          <p:cNvPicPr/>
          <p:nvPr/>
        </p:nvPicPr>
        <p:blipFill>
          <a:blip r:embed="rId1"/>
          <a:stretch/>
        </p:blipFill>
        <p:spPr>
          <a:xfrm>
            <a:off x="6257160" y="2700000"/>
            <a:ext cx="2742840" cy="2742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ru-RU" sz="4400" spc="-1" strike="noStrike">
                <a:solidFill>
                  <a:schemeClr val="dk1"/>
                </a:solidFill>
                <a:latin typeface="Montserrat"/>
              </a:rPr>
              <a:t>Поздравления</a:t>
            </a:r>
            <a:endParaRPr b="0" lang="ru-RU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Arial"/>
              </a:rPr>
              <a:t>Желаем счастья, любви и улыбок!</a:t>
            </a:r>
            <a:endParaRPr b="0" lang="ru-RU" sz="2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7" name="TextBox 3"/>
          <p:cNvSpPr/>
          <p:nvPr/>
        </p:nvSpPr>
        <p:spPr>
          <a:xfrm>
            <a:off x="4039200" y="6217920"/>
            <a:ext cx="1064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pc="-1" strike="noStrike">
                <a:solidFill>
                  <a:schemeClr val="dk1"/>
                </a:solidFill>
                <a:latin typeface="Calibri"/>
              </a:rPr>
              <a:t>Слайд 10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8" name="Picture 4" descr="dog.png"/>
          <p:cNvPicPr/>
          <p:nvPr/>
        </p:nvPicPr>
        <p:blipFill>
          <a:blip r:embed="rId1"/>
          <a:stretch/>
        </p:blipFill>
        <p:spPr>
          <a:xfrm>
            <a:off x="6120000" y="3060000"/>
            <a:ext cx="2742840" cy="2742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1523880" y="2299680"/>
            <a:ext cx="9143640" cy="87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ru-RU" sz="6000" spc="-1" strike="noStrike">
                <a:solidFill>
                  <a:schemeClr val="lt1"/>
                </a:solidFill>
                <a:latin typeface="Times New Roman"/>
              </a:rPr>
              <a:t>Спасибо за внимание!</a:t>
            </a:r>
            <a:endParaRPr b="0" lang="ru-RU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subTitle"/>
          </p:nvPr>
        </p:nvSpPr>
        <p:spPr>
          <a:xfrm>
            <a:off x="1523880" y="3855960"/>
            <a:ext cx="9143640" cy="232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chemeClr val="lt1"/>
                </a:solidFill>
                <a:latin typeface="Times New Roman"/>
              </a:rPr>
              <a:t>Наши контакты: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lt1"/>
                </a:solidFill>
                <a:latin typeface="Times New Roman"/>
              </a:rPr>
              <a:t>117105, г. Москва, Варшавское шоссе, д. 16А   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chemeClr val="lt1"/>
                </a:solidFill>
                <a:latin typeface="Times New Roman"/>
              </a:rPr>
              <a:t>тел.: 8 (499)418-00-02   e-mail: mkramn@inbox.ru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Times New Roman"/>
              </a:rPr>
              <a:t>www.mkramn.ru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LibreOffice/7.6.7.2$Linux_X86_64 LibreOffice_project/60$Build-2</Application>
  <AppVersion>15.0000</AppVersion>
  <Words>141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2020-04-25T15:42:00Z</dcterms:created>
  <dc:creator>Andrey PlP</dc:creator>
  <dc:description/>
  <dc:language>ru-RU</dc:language>
  <cp:lastModifiedBy/>
  <dcterms:modified xsi:type="dcterms:W3CDTF">2026-03-07T10:18:05Z</dcterms:modified>
  <cp:revision>51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FAFB7367369743A481923895EC17D1E5_13</vt:lpwstr>
  </property>
  <property fmtid="{D5CDD505-2E9C-101B-9397-08002B2CF9AE}" pid="3" name="KSOProductBuildVer">
    <vt:lpwstr>1049-12.2.0.19307</vt:lpwstr>
  </property>
  <property fmtid="{D5CDD505-2E9C-101B-9397-08002B2CF9AE}" pid="4" name="PresentationFormat">
    <vt:lpwstr>Произвольный</vt:lpwstr>
  </property>
  <property fmtid="{D5CDD505-2E9C-101B-9397-08002B2CF9AE}" pid="5" name="Slides">
    <vt:i4>11</vt:i4>
  </property>
</Properties>
</file>